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206240" cy="420624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3017520"/>
            <a:ext cx="2651760" cy="265176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468880"/>
            <a:ext cx="1554480" cy="155448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502920"/>
            <a:ext cx="685800" cy="685800"/>
          </a:xfrm>
          <a:prstGeom prst="ellipse">
            <a:avLst/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210" y="6743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005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 &amp;  ĐỐI TÁC BẢO HIỂM SỨC KHOẺ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258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Nền tảng Bồi thường Bảo hiểm Sức khoẻ Số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Claim trên OutSystems ODC  ·  BnK IDP  ·  Core bảo hiểm (InsureMO)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Tháng 9/2026  |  Từ Business đến Kỹ thuật &amp; Chuẩn bị triển khai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Ban lãnh đạo &amp; đội dự án BnK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Bài toán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hôm nay, mục tiêu, vì sao bây giờ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6128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hỗ trợ &amp; Quản trị rủi ro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vs agent, đường ranh, guardrail, audit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500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&amp; Trải nghiệm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khách hàng, console cán bộ, chuỗi tính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3500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&amp; Chuẩn bị triển khai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trình, checklist chuẩn bị, đội hình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5387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Tích hợp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hệ thống, bản đồ OutSystems, IDP, InsureMO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5387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ro, Quyết định &amp; Bước tiếp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chính, quyết định cần chốt, 2 tuần tới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&amp; Bài toán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hôm nay  ·  Mục tiêu &amp; tiêu chí thành công  ·  Vì sao bây giờ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bồi thường hôm nay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bước màu xám là thủ công — và mỗi bước thủ công là một chỗ hồ sơ chậm lại hoặc sai.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08760" cy="1325880"/>
          </a:xfrm>
          <a:prstGeom prst="roundRect">
            <a:avLst>
              <a:gd name="adj" fmla="val 5517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61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5361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giấy tờ, photo, nộp hoặc gửi bưu điện — thường hai lần vì thiếu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508760" cy="1325880"/>
          </a:xfrm>
          <a:prstGeom prst="roundRect">
            <a:avLst>
              <a:gd name="adj" fmla="val 5517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8568" y="1261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15361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bộ mở phong bì, gõ lại thông tin khách &amp; hợp đồng, phân loại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508760" cy="1325880"/>
          </a:xfrm>
          <a:prstGeom prst="roundRect">
            <a:avLst>
              <a:gd name="adj" fmla="val 5517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0208" y="1261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15361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từng dòng hoá đơn, gõ số vào Excel, tra bảng quyền lợi, kiểm hạn mức bằng tay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32120" y="1188720"/>
            <a:ext cx="1508760" cy="1325880"/>
          </a:xfrm>
          <a:prstGeom prst="roundRect">
            <a:avLst>
              <a:gd name="adj" fmla="val 5517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41848" y="1261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641848" y="15361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trên giấy/email; tính lại vì lần đầu là thủ công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23760" y="1188720"/>
            <a:ext cx="1508760" cy="1325880"/>
          </a:xfrm>
          <a:prstGeom prst="roundRect">
            <a:avLst>
              <a:gd name="adj" fmla="val 5517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33488" y="1261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153619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Chờ. Gọi hỏi. Chờ tiếp.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Ngày–tuần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3310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kỳ xử lý đầu-cuối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14600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79192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679192" y="3310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hồ sơ gõ tay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36592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vòng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4736592" y="3310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chứng từ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2743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93992" y="2852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793992" y="3310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cho khách hàng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D8ECE7"/>
          </a:solidFill>
          <a:ln w="12700">
            <a:solidFill>
              <a:srgbClr val="D8EC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TỪ NGHIỆP VỤ THẬT (BIC, 2026)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đã phân công chưa xử lý 3/5 ngày · chưa lập dự phòng 10/14 ngày · 990 hồ sơ phát sinh một dòng sản phẩm (480 outstanding) · 4,3 tỷ ₫ đã chi trả. Số minh hoạ thay bằng số đo của khách hàng trước khi trình bày.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&amp; tiêu chí thành công (MVP 1)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 tiêu chí đo được — khung nghiệm thu cho toàn bộ bản dựng. SC-08 là tiêu chí chứng minh nền tảng.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21031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chứng minh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 trường bắt buộc không cần gõ tay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 Trích xuất &amp; chi phí — cột nguồn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 số tiền/ngày · ≥ 90% văn bản y khoa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/request/compare trên bộ ground-truth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hồ sơ do hệ thống tính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ô nhập số tiền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 ngày trung vị từ gửi đến duyệt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 sơ sạch: 66 giây, không người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Vòng khép kín trên app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thái, yêu cầu bổ sung, kết quả theo khoản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phút báo giá → chứng nhận (J1)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 sau hackathon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hợp đồng: mua J1, bồi thường J2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 mức chảy xuyên suốt — hard dependency InsureMO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cán bộ đồng thuận với đề xuất y khoa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Đo từ hồ sơ đầu tiên; mục tiêu đặt sau benchmark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45352" y="1280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MVP 1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15087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sản phẩm HC (3 gói HC-STD/PLS/PRM). Bồi thường chi trả sau. Hai hành trình J1 mua &amp; J2 bồi thường. 53 tính năng, 47 P1. Nhóm bảo hiểm nạp dữ liệu.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45352" y="2834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HACKATHON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245352" y="3063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J2. Hợp đồng seed theo bản chụp P-02. 3–4 loại chứng từ IDP đã có template. Ba kịch bản demo. Không mobile native, không InsureMO live.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14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biên MVP 1 (BC-1..4): không khách thật, không tiền thật, dữ liệu ẩn danh, không chào bán như bảo hiểm. Pháp lý &amp; ISMS hoãn sang MVP 2.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bây giờ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lực đẩy hội tụ trong cùng một quý.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OutSystems chuyển sang Industry Solutions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Platform + Agent Workbench; Insurance Agents Kit đã có trên Forge. Partner Hackathon APAC: build 8/9, pitch 7–8/10, công bố 22/10. Giải pháp thắng được chuyển cho đội Industry Solutions xem xét đưa lên marketplace.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973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IDP đã đọc được chứng từ y tế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staging gọi thật 03/09: 93 endpoint, ~16 s/trang, flow đánh giá 20 cảnh báo ~30 s, danh mục 13.328 cơ sở y tế. Template &amp; workflow đã cấu hình cho một hãng bảo hiểm nhân thọ bancassurance.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9733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bảo hiểm còn khoảng trống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InsureMO (eBaoTech) mạnh về sản phẩm, báo giá, cấp đơn; claim chỉ dừng ở API đăng ký, không có OCR/AI. Đây đúng là mảnh ghép BnK có thể cung cấp — qua adapter, không khoá vào core nào.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cho BnK: một giải pháp agentic có thể đem đi bán ngay sau hackathon, bất kể kết quả — đó cũng là thông điệp Partner Manager OutSystems nhấn mạnh.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 &amp; Trải nghiệm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trình khách hàng  ·  Console cán bộ  ·  Chuỗi tính 14 bước  ·  Bốn kịch bản demo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Hành trình khách hàng — bồi thường từ ảnh chụp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không bao giờ gõ một con số đã có trên giấy tờ mình đang cầm.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3144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hồ sơ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0574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được điều trị, loại hình tổn thất, ngày sự kiện, cơ sở KCB, tài khoản nhận tiền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261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651760" y="11887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90" y="13144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4884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chứng từ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0574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bắt buộc / dự kiến / tuỳ chọn theo loại điều trị; kiểm độ nét ngay khi chụp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1261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43400" y="11887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13144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4048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chứng từ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3840480" y="20574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IDP phân loại, trích xuất, đối chiếu chéo; chuỗi tính chạy lần đầu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1261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035040" y="11887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70" y="13144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3212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532120" y="20574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duyệt nếu đủ 4 điều kiện; nếu không, cán bộ xem đúng chỗ cần phán đoán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12618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7726680" y="11887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10" y="13144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17830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theo khoản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223760" y="20574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tiền, chi tiết từng khoản, “vì sao bạn tự chịu”, chuyển khoản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57200" y="3200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1792" y="33101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giây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" y="3767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sạch: từ gửi đến “Đã duyệt”, không người chạm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560320" y="3200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2724912" y="33101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s/trang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3767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đo thật trên staging IDP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663440" y="32004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828032" y="33101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trạng thái</a:t>
            </a:r>
            <a:endParaRPr lang="en-US" sz="2400" dirty="0"/>
          </a:p>
        </p:txBody>
      </p:sp>
      <p:sp>
        <p:nvSpPr>
          <p:cNvPr id="38" name="Text 31"/>
          <p:cNvSpPr txBox="1"/>
          <p:nvPr/>
        </p:nvSpPr>
        <p:spPr>
          <a:xfrm>
            <a:off x="4828032" y="3767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gửi → Xử lý chứng từ → Thẩm định → Kết quả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766560" y="3200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931152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Rõ lý do</a:t>
            </a:r>
            <a:endParaRPr lang="en-US" sz="2400" dirty="0"/>
          </a:p>
        </p:txBody>
      </p:sp>
      <p:sp>
        <p:nvSpPr>
          <p:cNvPr id="41" name="Text 34"/>
          <p:cNvSpPr txBox="1"/>
          <p:nvPr/>
        </p:nvSpPr>
        <p:spPr>
          <a:xfrm>
            <a:off x="6931152" y="3767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khoản, bằng lời, đúng quy tắc câu chữ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cán bộ thẩm định — màn hình chính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tab theo đặc tả D2 (F44–F53). Mọi thứ khác chỉ hỗ trợ màn này.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chung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sơ, người được BH — bản chụp hợp đồng, thanh toán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F44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3 mức, trạng thái bộ hồ sơ, đối chiếu chéo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280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F46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&amp; chi phí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gốc cạnh dữ liệu; sửa tại chỗ, giữ bản gốc; đề xuất y khoa gắn tại dòng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188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280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F47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481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&amp; phạm vi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755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hình tổn thất, loại bệnh, thời gian chờ, kết luận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514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F48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toán &amp; sổ hạn mức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2990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14 bước, before/after, bút toán tạm/chốt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97480" y="2514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F49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bồi thường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2990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Lưới theo quyền lợi, hạn mức còn lại, checklist trước gửi duyệt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2514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F50/51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&amp; chi trả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990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điều kiện tự động duyệt, người duyệt ≠ người thẩm định, lệnh chi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2423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25146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&amp; nhật ký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2990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luồng, chỉ ghi thêm; bản kỹ thuật riêng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THIẾT KẾ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1792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bên phải là “Việc cần làm” — không phải trạng thái agent. Cán bộ chạm vào hồ sơ đúng một lần và chỉ để phán đoán: không gõ lại số đã có trên chứng từ, không tự nghĩ ra ý kiến y khoa — hệ thống đề xuất, người xác nhận hoặc bác bỏ.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 tính 14 bước — tất định, tái lập được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đầu vào, cùng kết quả. Ví dụ hồ sơ ngoại trú 3.128.000 ₫, chẩn đoán N39.0, gói HC-STD.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10058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tắc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điều kiện — thành viên active, phí đã nộp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 chờ — bệnh thông thường 30 ngày, đã qua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trừ chung — không điều khoản nào áp dụng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Ánh xạ dòng → quyền lợi (200.1 khám &amp; xét nghiệm, 200.2 thuốc)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3.128.000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Xét từng dòng — dòng 4 loại sau khi cán bộ xác nhận NOTREL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Trần/lần 200.1 = 1.500.000 → cắt 610.000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chi trả 20% trên số sau trần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trừ ngoài mạng — bỏ qua, cơ sở liên kết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sổ hạn mức — bút toán tạm, chốt khi phê duyệt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1.880.000 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18872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71032" y="12984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2.000.000 ₫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971032" y="1755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chạy #1 do hệ thống — 6 dòng, trước quyết định của cán bộ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286000"/>
            <a:ext cx="2880360" cy="960120"/>
          </a:xfrm>
          <a:prstGeom prst="roundRect">
            <a:avLst>
              <a:gd name="adj" fmla="val 7619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71032" y="2395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1.880.000 ₫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971032" y="2852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chạy #2 sau khi cán bộ xác nhận đề xuất — trong một transaction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38328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4747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rule engine tổng quát (P-05). Chuỗi là một Server Action trong CLM_Core, chạy được từ ba nơi: hệ thống (lần đầu), cán bộ bấm Tính toán lại, và bên trong ConfirmRecommendation. Làm tròn ở từng bước.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kịch bản demo — bốn hồ sơ thật trong hàng đợi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nút chuyển kịch bản: mỗi hồ sơ là một kịch bản, bấm vào là mở.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645920"/>
                <a:gridCol w="2011680"/>
                <a:gridCol w="23774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Hồ sơ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Tình huống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thống làm gì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CLM-26-000418 · 850.000 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Sạch: 2 dòng, không hạn mức chạm, không đề xuất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điều kiện → tự động duyệt, chốt sổ, chi trả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giây, không người chạm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CLM-26-000417 · 3.128.000 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thuốc có Atorvastatin không hợp chẩn đoán N39.0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y khoa đề xuất NOTREL + 4 bằng chứng; cán bộ xác nhận; chuỗi chạy lại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2.000.000 → 1.880.000 ₫; thư nói về phạm vi chi trả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CLM-26-000421 · 2.460.000 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thuốc viết tay, 3 dòng độ tin cậy 0,55–0,61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y khoa PARTIAL 3/6; cổng KHÔNG bắn dù mảng đề xuất rỗng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Cán bộ kiểm 3 dòng trên ảnh gốc; không bao giờ là từ chối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CLM-26-000423 · 2.400.000 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 khoa ở ngày thứ 19 — chờ 90 ngày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Chuỗi dừng bước 2, lý do WAIT từ mẫu; không AI tham gia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chối qua người duyệt; thư nêu Điều 5.2, áp dụng từ 30/05/2026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demo 8 phút: B (không người) → A (đề xuất – xác nhận – tính lại) → C (guardrail là code, không phải prompt) → một slide kiến trúc. Không demo J1, không demo InsureMO live.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&amp; Tích hợp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hệ thống  ·  Bản đồ OutSystems  ·  BnK IDP (API thật)  ·  InsureMO &amp; core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hệ thống — một do mình xây, hai tiêu thụ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quyết định về hồ sơ là của Claim Platform. Ranh giới này là thứ khó sửa nhất về sau.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Platform  ·  BnK xây trên ODC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373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đời hồ sơ · checklist chứng từ · review trích xuất · thẩm định phạm vi · chuỗi tính 14 bước · sổ hạn mức hai pha · phê duyệt · lệnh chi · audit · payee · nạp nhóm · console &amp; app khách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IDP  ·  tiêu thụ qua REST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7373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· trích xuất · đối chiếu · độ tin cậy · cảnh báo flow đánh giá · ảnh gốc · danh mục 13.328 cơ sở KCB. Nguyên tắc: đề xuất, không bao giờ quyết định (AR-1). Không giữ trạng thái hồ sơ.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bảo hiểm  ·  InsureMO qua adapter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173736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sản phẩm · cây quyền lợi · báo giá · cấp đơn · sổ hợp đồng/thành viên · truy vấn as-at-date · đăng ký claim. Hồ sơ chụp hợp đồng một lần (P-02), không hỏi lại.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16459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Năng lực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BnK IDP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phẩm, báo giá, cấp đơn, sổ hợp đồng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 HỮU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gọi / chụp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Chứng từ gốc, phân loại, trích xuất, đối chiếu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 HỮU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thụ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Ánh xạ dòng → quyền lợi; tính toán &amp; hạn mức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 HỮU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Quyết định phạm vi, phê duyệt, chi trả, audit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nhận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 HỮU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OutSystems — ODC + Agent Workbench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module theo ranh giới trách nhiệm.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435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CLM_Core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243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2435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Server Action nghiệp vụ: chuỗi 14 bước, cổng, sổ hạn mức. Là tool cho agent, không phải logic agent.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10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D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CLM_Agents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18105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Workbench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 (AG-0, 3, 4, 5, 6, 7): prompt · tri thức có phiên bản · tool list đóng · guardrail.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77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CLM_IDP_Int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REST Consume tới IDP, adapter chuẩn hoá, Timer poll, ReplayMode.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944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CLM_Console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2944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Web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2944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đợi, chi tiết 8 tab, nhật ký, KPI, quản trị.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4937760" cy="493776"/>
          </a:xfrm>
          <a:prstGeom prst="roundRect">
            <a:avLst>
              <a:gd name="adj" fmla="val 1481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511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CLM_Portal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5112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Web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35112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khách hàng S07–S14 (responsive; native để sau).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23560" y="1188720"/>
            <a:ext cx="3063240" cy="2788920"/>
          </a:xfrm>
          <a:prstGeom prst="roundRect">
            <a:avLst>
              <a:gd name="adj" fmla="val 2623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0720" y="1280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THEN CHỐT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150876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Claim · ClaimCostLine · PolicySnapshot · LimitCounter/Consumption · ClinicalRecommendation · RecommendationDecision · AdjudicationRun · AgentRun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Action: RunAdjudicationChain · EvaluateGate · ConfirmRecommendation (một transaction) · WriteAgentRun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Timer: IdpAssessmentPoller (3→5→10→30 s, trần 15 phút)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Customer · Assessor · Approver · Administrator — người duyệt ≠ người thẩm định kiểm ở server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Property: ReplayMode — dự phòng ngày demo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mở khoá tại Enablement 07/09: Agent Workbench cho agent gọi agent trực tiếp hay Orchestrator phải gọi tuần tự qua Server Action. Cả hai đều dựng được — chỉ khác cơ chế, không khác câu chuyện.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BnK IDP — API thật, đã gọi 03/09/2026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endpoint, 149 file request/response, hai vai. Sáu method là đủ cho bản dựng đầu.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4023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Consume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 ý triển khai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IDP_Auth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/auth/login · GET /user/me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service account — tài khoản vai Tenant riêng, cache token, login lại khi 401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IDP_Request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/request/sync (multipart) · GET /request/{id}/raw-file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User-Agent giả trình duyệt bắt buộc (Cloudflare 403) · templates là chuỗi phẩy · raw-file trả zip · luôn đọc errorCode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IDP_Workflow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/workflow/request · GET run-workflow-request/{id} · GET /workflow/request/{id} · …/result/json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Ghim flow 5ed8e4fc “Workflow Claim 28/8” · autoStart vô tác dụng → gọi run, 400 lần đầu → retry ×3 · {} hoặc 400·4007 = hỏng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IDP_Metadata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/metadata/opensearch/table/322/search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 cơ sở KCB → hospital_code, country. Đóng Q-IDP-05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3630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16,1 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4087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/ trang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48840" y="35204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13432" y="3630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313432" y="4087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đánh giá 20 mục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0" y="35204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05072" y="3630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64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005072" y="4087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D3 đáp ứng đủ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32120" y="35204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96712" y="36301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64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696712" y="408736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đáp ứng (nhóm 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35204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88352" y="3630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388352" y="408736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xác: chưa đo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adapter: k là nhãn, giữ bảng ánh xạ templateId + k → FieldCode · “” → null · confidence claim = min trên field bắt buộc · copy kết quả lần đọc đầu, cấm PUT result · mọi lỗi IDP → EXTRACTION_ERROR, không bao giờ thành DECLINED.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InsureMO &amp; core bảo hiểm — qua adapter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sách: hợp đồng chụp một lần, core nằm sau adapter. Hôm nay seed, mai cắm thật.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diện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đích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Trạng thái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sản phẩm &amp; cây quyền lợi (on publish)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 — chưa thấy payload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I-02 / I-03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giá · nộp đơn &amp; cấp đơn (J1)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 — C-IMO-03 schema chưa có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Webhook/poll: đơn đã cấp → hợp đồng, thành viên, quyền lợi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 — C-IMO-04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viên, hợp đồng, cây quyền lợi as-at-date (J2)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 — 4 ẩn số đã đóng bằng văn bản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 claim &amp; kết quả lên hợp đồng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1887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DEFEA"/>
          </a:solidFill>
          <a:ln w="12700">
            <a:solidFill>
              <a:srgbClr val="FDEF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280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RK-14 — PHỤ THUỘC CỨNG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508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Data Store đã bỏ 21/08: cây quyền lợi chỉ sống trong InsureMO, không fallback. Sandbox + API catalogue (C-IMO-06) vẫn là critical path.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06440" y="269748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788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CHO HACKATHON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I-01/I-05/I-06 bằng REST Expose trả JSON tĩnh hoặc seed cây quyền lợi HC-STD/PLS/PRM vào Entity theo P-02. Lớp agent và chuỗi tính không đổi khi đổi core (InsureMO, Bicins, DataPlatform).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383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InsureMO đã xác nhận 21/08 (Part A): cây quyền lợi 2–3 tầng, hạn mức tiền &amp; số lần, thời gian chờ theo 6 lớp bệnh, đồng chi trả kế thừa, nhiều mức quyền lợi trên một hợp đồng, truy vấn as-at-date. Việc còn mở: C-IMO-03/04/05 schema &amp; effective-dating, C-IMO-06 sandbox, C-IMO-07/08/09 hosting, licensing, khách tham chiếu.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hỗ trợ &amp; Quản trị rủi ro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vs Agent  ·  Đường ranh  ·  Guardrail  ·  Audit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hỗ trợ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Bảy tác vụ — tool đọc, agent đề xuất, người quyết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là công cụ hỗ trợ cán bộ; app là của người dùng. Không agent nào được chạm vào tiền.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1737360"/>
                <a:gridCol w="192024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· runtime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thức riêng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được gọi (Server Action)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phối hồ sơ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luồng J2, quy tắc chờ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RunAgent · CallIdpSubmit · RunChain · EvaluateGate · WriteAgentRun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 + trích xuất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· BnK IDP (REST)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5384·5127·5299·5383·5340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/request/sync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chiếu chéo giấy tờ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R1–R9 + 20 cảnh báo flow 28/8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GetIdpWarnings · GetNormalisedLines · WriteWarning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đủ hồ sơ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theo loại điều trị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GetMatchedTemplates · GetChecklist · RaiseInfoRequest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phù hợp y khoa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lâm sàng có phiên bản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GetClinicalContext (không PII) · SearchKB · WriteRecommendation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 hiệu trùng &amp; gian lận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13.328 cơ sở KCB · lịch sử hồ sơ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SearchHospital · FindDuplicateClaims · WriteSignal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Soạn nháp thư cho khách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· Agent Workbench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mẫu lý do (A2 §4)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GetDeclineContext · WriteDraft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3986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RANH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41696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thứ ở trên đề xuất; mọi thứ ở dưới quyết định, và tiền chỉ chuyển động ở dưới: chuỗi 14 bước, cổng 4 điều kiện, sổ hạn mức, lệnh chi, cán bộ thẩm định, người duyệt. Một đề xuất gắn vào dòng chi phí rồi chờ ở đó — chỉ khi một con người xác nhận thì chuỗi mới chạy lại.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hỗ trợ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&amp; audit — “hallucination thì sao?”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là code, không phải prompt.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tự động duyệt 4 điều kiện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ngưỡng 2.000.000 ₫ và không gì bị cắt · kiểm tra y khoa COMPLETE + phủ hết dòng + không đề xuất · không điểm kiểm mở · không tín hiệu trùng. Chỉ số tiền là tham số.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2984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0368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bắt buộc, người xác nhận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230368" y="1417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đề xuất kèm evidence; cán bộ xác nhận/bác bỏ từng cái, bác bỏ phải ghi lý do; tỷ lệ đồng thuận đo từ hồ sơ đầu (SC-09).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7200" y="2331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4144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4128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được thấy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24128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trích xuất thấy tên, số thẻ. AG-5 chỉ thấy nhóm tuổi + giới + chẩn đoán. Unit test riêng cho việc payload không chứa định danh.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63440" y="2331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44144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30368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 — nhật ký có handoffTo &amp; knowledgeVersion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30368" y="2560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bước tự động một bản ghi: ai gọi ai, phiên bản tri thức, input tham chiếu (không copy PII). Hồ sơ giải thích được sáu tháng sau.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457200" y="3474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8444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24128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 hỏng khác nhau, xử lý khác nhau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1024128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hỏng ⇒ EXTRACTION_ERROR, hỏi lại khách. Kiểm tra y khoa hỏng/PARTIAL ⇒ Track 1 một mình, không bao giờ thành từ chối. Trần 30 phút.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4663440" y="347472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584448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30368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trống IDP → AG-5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230368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hôm nay trả 20 cảnh báo mức hồ sơ, không mã lý do, không bằng chứng, không theo dòng (8/12 nhóm H). AG-5 trên Agent Workbench lấp đúng chỗ đó.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 &amp; Chuẩn bị triển khai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 ·  Checklist chuẩn bị  ·  Đội hình &amp; vai trò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— hackathon 4 tuần, rồi pilot MVP 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8/9 là 3 giờ enablement với SA OutSystems; bài nộp là bản chạy trên tenant ODC.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54480" cy="2148840"/>
          </a:xfrm>
          <a:prstGeom prst="roundRect">
            <a:avLst>
              <a:gd name="adj" fmla="val 470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3–6/9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830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3 kịch bản; interim B-19/20/21; che PII; tài khoản IDP vai Tenant; app ODC 5 module; Entity + seed; Login + SubmitSync chạy được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554480" cy="2148840"/>
          </a:xfrm>
          <a:prstGeom prst="roundRect">
            <a:avLst>
              <a:gd name="adj" fmla="val 4706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58568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7–8/9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+ Hackathon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58568" y="17830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SA về Agent Workbench; dựng AG-0 + AG-5 tại chỗ; WriteAgentRun; xác nhận agent gọi agent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554480" cy="2148840"/>
          </a:xfrm>
          <a:prstGeom prst="roundRect">
            <a:avLst>
              <a:gd name="adj" fmla="val 470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0208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9–22/9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17830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14 bước · cổng · F46/F56 · ConfirmRecommendation · A &amp; B end-to-end với IDP thật · AG-3/4/6/7 · portal khách · ReplayMode · C &amp; 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188720"/>
            <a:ext cx="1554480" cy="2148840"/>
          </a:xfrm>
          <a:prstGeom prst="roundRect">
            <a:avLst>
              <a:gd name="adj" fmla="val 470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41848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23/9–6/10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41848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3–4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41848" y="17830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/request/compare → số độ chính xác · trang ROI · deck tiếng Anh · video dự phòng · tập pitch ×3 · dry-run · nộp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223760" y="1188720"/>
            <a:ext cx="1554480" cy="2148840"/>
          </a:xfrm>
          <a:prstGeom prst="roundRect">
            <a:avLst>
              <a:gd name="adj" fmla="val 4706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33488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7–8/10 · 22/10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công bố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178308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qua Zoom (tiếng Anh) · công bố kết quả · chuyển giải pháp cho Industry Solutions xem xét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hackathon · Q4 2026  ·  Pilot MVP 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8039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InsureMO sandbox (C-IMO-06) → I-01…I-06 live; mobile native S12–S14; ground-truth 25–30 bộ; KB lâm sàng có sign-off; nhóm bảo hiểm nạp dữ liệu; SC-08 mua J1 – bồi thường J2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3474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Mở rộng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8039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/ bảo lãnh viện phí, pre-authorisation, dự phòng, endorsement/renewal, chi trả thật, nhiều cấp phê duyệt, bán nhóm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35040" y="34747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1F4F4"/>
          </a:solidFill>
          <a:ln w="12700">
            <a:solidFill>
              <a:srgbClr val="F1F4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Quy mô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80390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Tử vong, thương tật, thu nhập; phân tích gian lận; đồng bảo hiểm/tái; phối hợp BHYT; đa sản phẩm, đa hãng; STP ở khối lượng lớn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chuẩn bị triển khai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thứ phải có trước ngày 8/9 — và ai chịu trách nhiệm.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330452"/>
            <a:ext cx="192024" cy="192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&amp; giấy phép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ODC được bật Agent Experience EAP (email “You’re live” — kiểm tra ngay; BNK chưa có trong danh sách 10 công ty đợt đầu)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paid license + Claude Code cho mỗi kỹ thuật viên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OutSystems MCP cài &amp; authenticate (56 tools); ODC Studio bản mới nhất, đúng tenant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repo Skills (gửi GitHub ID)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2344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2" y="133045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mẫu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chứng từ demo ẩn danh hoàn toàn — che PII (BC-1); không dùng tệp mô phỏng DataPlatform còn tên thật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Set sạch chỉ gồm template y tế (bộ 193 đang lẫn Passport, Sales Invoice)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hợp đồng HC-STD/PLS/PRM + 4 hồ sơ mẫu A/B/C/D theo P-02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10–20 chứng từ + XLSX để chạy POST /request/compare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113532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" y="3035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94360" y="344728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IDP vai Tenant riêng cho tích hợp; ghim flow “Workflow Claim 28/8” 4 tuần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với IDP: TTL token, MAX_FILE_SIZE, THROTTLE thật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Mock/seed I-01, I-05, I-06; ghi JSON IDP để ReplayMode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IDP (sau hackathon): documentId + bbox, flow nhận lines[], reason code + evidence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301752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3113532"/>
            <a:ext cx="192024" cy="1920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3035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&amp; tổ chức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800600" y="344728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interim B-19/B-20/B-21 (đổi tiền) và B-01 sản phẩm pilot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B-07: ai giữ TERM_AUTHOR / TERM_APPROVE, ai trực điểm kiểm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khách hàng được nêu trong pitch + cam kết nguồn lực sau 22/10</a:t>
            </a:r>
            <a:endParaRPr lang="en-US" sz="8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3 người: 1 business + 2 SA/dev; đăng ký Technical Enablement 07/09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hoạch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Đội hình &amp; vai trò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 nối business – công nghệ, đúng yêu cầu 3 thành viên tối thiểu của hackathon; mở rộng cho pilot.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4023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lượng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Trách nhiệm chính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 / Business (pre-sales)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khách hàng thật, ROI, kịch bản demo, pitch tiếng Anh, chốt B-19/20/21, quan hệ khách hàng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+ 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Architect (OutSystems)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Ranh giới 5 module, Agent Workbench, adapter core, guardrail, bản đồ OS, hỏi SA tại enablement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+ 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ODC Developer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Entity/Server Action, chuỗi 14 bước, cổng, console 8 tab, portal, REST Consume, Timer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+ 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 Engineer (BnK IDP)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 tenant, document set, flow 28/8, compare ground-truth, roadmap D6/H3/H7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Hỗ trợ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D1–D3 &amp; phụ lục, quy tắc câu chữ, checklist chứng từ, test case theo 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/ 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chuỗi 14 bước, cổng, quyền, replay; UAT với nhóm bảo hiểm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Coordinator / 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 độ, escalation, cam kết nguồn lực, thương mại với khách hàng &amp; OutSystems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Xuyên suốt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người duyệt ≠ người thẩm định, tác giả điều khoản ≠ người duyệt điều khoản (B-07) — áp dụng cả trong đội pilot khi vận hành thử.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3108960"/>
            <a:ext cx="2377440" cy="237744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377440"/>
            <a:ext cx="1463040" cy="1463040"/>
          </a:xfrm>
          <a:prstGeom prst="ellipse">
            <a:avLst/>
          </a:prstGeom>
          <a:solidFill>
            <a:srgbClr val="9AD9C8">
              <a:alpha val="2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ro, Quyết định &amp; Bước tiếp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chính  ·  Quyết định cần chốt  ·  Hai tuần tới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chính &amp; cách giảm thiểu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số một không phải kỹ thuật.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201168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 động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thiểu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chưa được bật Agent Experience EAP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Agent Workbench → không có bài thi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email Deniz Arin hôm nay; gọi Partner Manager (Lynn); nộp Tenant URL nếu chưa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RK-14 — InsureMO không fallback, sandbox chưa có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chạy được J1 và I-05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Seed/mock theo P-02 cho hackathon; C-IMO-06 là critical path cho pilot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RK-08 — KB lâm sàng chưa sign-off y khoa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 sai không có chỗ dựa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Bằng chứng bắt buộc + người xác nhận + đo đồng thuận từ ngày đầu; chế độ tư vấn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trong chứng từ test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 phạm BC-1, có thể bị loại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PII trước khi lên tenant/slide; bộ demo ẩn danh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IDP 28/8 bị sửa giữa sprint / staging chết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2 mất, demo hỏng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Ghim version hoặc clone flow; ReplayMode với JSON đã ghi 03/09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Workbench chưa cho agent gọi 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AG-0 phải đổi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AG-0 là BPT gọi tuần tự; mọi trao tay vẫn qua AgentRun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B-19/B-20/B-21 đổi tiền chưa chốt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tiền demo bị chất vấn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interim, ghi rõ trên hồ sơ, có văn bản nghiệp vụ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4F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Quyết định</a:t>
            </a:r>
            <a:pPr indent="0" marL="0">
              <a:buNone/>
            </a:pPr>
            <a:r>
              <a:rPr lang="en-US" sz="2200" b="1" dirty="0">
                <a:solidFill>
                  <a:srgbClr val="9AD9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|  </a:t>
            </a:r>
            <a:pPr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Quyết định cần chốt &amp; bước tiếp theo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cần ban lãnh đạo trả lời trong tuần này.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| Nền tảng Bồi thường Bảo hiểm Sức khoẻ Số | Từ Business đến Kỹ thuật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1887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được nêu tên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807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Hãng bảo hiểm nào là khách hàng tham chiếu (đơn vị đang dùng IDP / BIC)? Có được nêu tên trong pitch không — nếu không, dùng mô tả ẩn danh.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75564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hackathon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9476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chỉ J2, hợp đồng seed, không InsureMO live — và chấp nhận SC-08 lùi sang pilot.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27685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32257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lực cam kết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514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3 người trong 4 tuần + tiếp tục sau 22/10 cho pilot; ngân sách Claude license, tenant.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895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đổi tiền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0815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interim cho B-19 (giảm trừ), B-20 (thứ tự tiêu thụ trần), B-21 (hạn mức pro-rata) — cần chữ ký nghiệp vụ.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41071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EAF4F1"/>
          </a:solidFill>
          <a:ln w="12700">
            <a:solidFill>
              <a:srgbClr val="EAF4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4564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core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6484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hướng adapter: InsureMO cho policy side; claim platform là tài sản BnK; cắm Bicins/DataPlatform khi khách cần.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06440" y="1143000"/>
            <a:ext cx="2880360" cy="2788920"/>
          </a:xfrm>
          <a:prstGeom prst="roundRect">
            <a:avLst>
              <a:gd name="adj" fmla="val 2623"/>
            </a:avLst>
          </a:prstGeom>
          <a:solidFill>
            <a:srgbClr val="0B4F53"/>
          </a:solidFill>
          <a:ln w="12700">
            <a:solidFill>
              <a:srgbClr val="0B4F5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1234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TUẦN TỚI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1481328"/>
            <a:ext cx="2651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nay: xác nhận EAP; tài khoản IDP vai Tenant; che PII bộ chứng từ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này: app ODC 5 module + seed; Login + SubmitSync chạy; chốt 3 kịch bản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07/09: Technical Enablement — hỏi Agent Workbench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08/09: dựng AG-0 + AG-5 tại hackathon với SA OutSystems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15/09: A &amp; B end-to-end với IDP thật trên tenant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đi kèm: Prototype v6.0 (console &amp; app), spec REST Consume IDP v0.1, bộ D1–D3 &amp; phụ lục MVP 1, ghi chú API IDP (IDP_API_Spec).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560320"/>
            <a:ext cx="3840480" cy="38404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280160"/>
            <a:ext cx="3108960" cy="3108960"/>
          </a:xfrm>
          <a:prstGeom prst="ellipse">
            <a:avLst/>
          </a:prstGeom>
          <a:solidFill>
            <a:srgbClr val="9AD9C8">
              <a:alpha val="30000"/>
            </a:srgbClr>
          </a:solidFill>
          <a:ln w="12700">
            <a:solidFill>
              <a:srgbClr val="9AD9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hồ sơ bồi thường đi từ ảnh chụp đến quyết định — do người quyết, được máy hỗ trợ, và giải thích được từng dòng.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BnK Solution  ·  Ban lãnh đạo &amp; đội dự án  ·  Tháng 9/2026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Nền tảng Bồi thường Bảo hiểm Sức khoẻ Số — Agentic Claim</dc:title>
  <dc:subject>PptxGenJS Presentation</dc:subject>
  <dc:creator>BnK Solution</dc:creator>
  <cp:lastModifiedBy>BnK Solution</cp:lastModifiedBy>
  <cp:revision>1</cp:revision>
  <dcterms:created xsi:type="dcterms:W3CDTF">2026-09-04T01:29:43Z</dcterms:created>
  <dcterms:modified xsi:type="dcterms:W3CDTF">2026-09-04T01:29:43Z</dcterms:modified>
</cp:coreProperties>
</file>